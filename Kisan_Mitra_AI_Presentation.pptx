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14532D"/>
                </a:solidFill>
                <a:latin typeface="Arial"/>
              </a:defRPr>
            </a:pPr>
            <a:r>
              <a:t>Kisan Mitra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government scheme discovery simpler for farmers.</a:t>
            </a:r>
          </a:p>
          <a:p/>
          <a:p>
            <a:r>
              <a:t>Open Source Hackathon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14532D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Information Overload: Too many schemes scattered across portals.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Language Barriers: Complex bureaucratic English alienates farmers.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Eligibility Confusion: Hard for a farmer to know what applies to their specific land &amp; crop.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Lack of Trust: Farmers struggle to verify authentic sources vs fake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14532D"/>
                </a:solidFill>
                <a:latin typeface="Arial"/>
              </a:defRPr>
            </a:pPr>
            <a:r>
              <a:t>The Solution: Kisan Mitra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An intelligent, multilingual matching engine for farmers.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Profile-Based: Matches based on State, Crop, and Land Area.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Explains the 'Why': AI explains exactly why a farmer is eligible.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Direct Actions: Links straight to verified official application portals.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Voice &amp; Native Language: Speaks out scheme details in Hindi &amp; Marathi.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14532D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Smart Categories: Filter by Government, Private, Fertilizer, Machinery, etc.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Official Link Verification: Every scheme links to verified Govt domains.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Multimodal Vision: Upload a physical scheme document and let Gemma AI analyze it.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Complete Offline Fallback: The UI falls back to local data if the API goes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14532D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Frontend: Vanilla JavaScript SPA + Tailwind CSS for extreme speed and accessibility.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Backend: Python FastAPI handling state logic and matching algorithms.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AI Layer: Google Gemma API integrated for text simplification and Multimodal Vision.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Data: Centralized JSON schema enforcing strict categorization and verified URLs.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14532D"/>
                </a:solidFill>
                <a:latin typeface="Arial"/>
              </a:defRPr>
            </a:pPr>
            <a:r>
              <a:t>Hackathon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Best Use of Gemma 4: Leverages Vision and Text capabilities natively.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Open Source AI: Fully open, reproducible, and runnable locally.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Agent Tooling: Developed entirely using agentic engineering and rapid iteration.</a:t>
            </a:r>
          </a:p>
          <a:p>
            <a:pPr>
              <a:defRPr sz="2400">
                <a:solidFill>
                  <a:srgbClr val="4B5563"/>
                </a:solidFill>
                <a:latin typeface="Arial"/>
              </a:defRPr>
            </a:pPr>
            <a:r>
              <a:t>• Social Impact: Directly empowers the agricultural backbone of the economy.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14532D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Try the Demo • Inspect the Code • Empower Farmers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